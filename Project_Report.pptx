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59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33D269-9D2B-414B-A452-982289BF112A}" v="42" dt="2026-03-31T05:39:33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ruti sidharthak Behera" userId="9e45786f9f78a435" providerId="LiveId" clId="{21DC30A4-1308-4A6B-BC63-FE86C82B742F}"/>
    <pc:docChg chg="undo custSel addSld delSld modSld sldOrd">
      <pc:chgData name="Smruti sidharthak Behera" userId="9e45786f9f78a435" providerId="LiveId" clId="{21DC30A4-1308-4A6B-BC63-FE86C82B742F}" dt="2026-03-31T05:39:57.749" v="297" actId="2711"/>
      <pc:docMkLst>
        <pc:docMk/>
      </pc:docMkLst>
      <pc:sldChg chg="new del">
        <pc:chgData name="Smruti sidharthak Behera" userId="9e45786f9f78a435" providerId="LiveId" clId="{21DC30A4-1308-4A6B-BC63-FE86C82B742F}" dt="2026-03-31T04:53:53.397" v="17" actId="2696"/>
        <pc:sldMkLst>
          <pc:docMk/>
          <pc:sldMk cId="74595293" sldId="256"/>
        </pc:sldMkLst>
      </pc:sldChg>
      <pc:sldChg chg="addSp delSp modSp new del mod">
        <pc:chgData name="Smruti sidharthak Behera" userId="9e45786f9f78a435" providerId="LiveId" clId="{21DC30A4-1308-4A6B-BC63-FE86C82B742F}" dt="2026-03-31T05:39:07.439" v="286" actId="47"/>
        <pc:sldMkLst>
          <pc:docMk/>
          <pc:sldMk cId="2465008125" sldId="256"/>
        </pc:sldMkLst>
        <pc:spChg chg="mod">
          <ac:chgData name="Smruti sidharthak Behera" userId="9e45786f9f78a435" providerId="LiveId" clId="{21DC30A4-1308-4A6B-BC63-FE86C82B742F}" dt="2026-03-31T05:07:05.402" v="125" actId="2711"/>
          <ac:spMkLst>
            <pc:docMk/>
            <pc:sldMk cId="2465008125" sldId="256"/>
            <ac:spMk id="2" creationId="{BD43A2B1-F72E-A410-BCF9-986C546FABB5}"/>
          </ac:spMkLst>
        </pc:spChg>
        <pc:spChg chg="mod">
          <ac:chgData name="Smruti sidharthak Behera" userId="9e45786f9f78a435" providerId="LiveId" clId="{21DC30A4-1308-4A6B-BC63-FE86C82B742F}" dt="2026-03-31T05:08:21.767" v="130" actId="948"/>
          <ac:spMkLst>
            <pc:docMk/>
            <pc:sldMk cId="2465008125" sldId="256"/>
            <ac:spMk id="3" creationId="{B148716D-583B-43AF-C466-695AE54069A6}"/>
          </ac:spMkLst>
        </pc:spChg>
        <pc:spChg chg="add del mod">
          <ac:chgData name="Smruti sidharthak Behera" userId="9e45786f9f78a435" providerId="LiveId" clId="{21DC30A4-1308-4A6B-BC63-FE86C82B742F}" dt="2026-03-31T04:59:03.195" v="64"/>
          <ac:spMkLst>
            <pc:docMk/>
            <pc:sldMk cId="2465008125" sldId="256"/>
            <ac:spMk id="4" creationId="{600CC975-0F0B-13CE-C3CF-2CCD25268D33}"/>
          </ac:spMkLst>
        </pc:spChg>
      </pc:sldChg>
      <pc:sldChg chg="modSp new del mod">
        <pc:chgData name="Smruti sidharthak Behera" userId="9e45786f9f78a435" providerId="LiveId" clId="{21DC30A4-1308-4A6B-BC63-FE86C82B742F}" dt="2026-03-31T04:53:49.060" v="15" actId="2696"/>
        <pc:sldMkLst>
          <pc:docMk/>
          <pc:sldMk cId="3095079242" sldId="256"/>
        </pc:sldMkLst>
        <pc:spChg chg="mod">
          <ac:chgData name="Smruti sidharthak Behera" userId="9e45786f9f78a435" providerId="LiveId" clId="{21DC30A4-1308-4A6B-BC63-FE86C82B742F}" dt="2026-03-31T04:53:39.730" v="14" actId="20577"/>
          <ac:spMkLst>
            <pc:docMk/>
            <pc:sldMk cId="3095079242" sldId="256"/>
            <ac:spMk id="2" creationId="{9C4E4F38-937D-5443-5B1D-A4067E4F8CED}"/>
          </ac:spMkLst>
        </pc:spChg>
      </pc:sldChg>
      <pc:sldChg chg="addSp delSp modSp new del mod">
        <pc:chgData name="Smruti sidharthak Behera" userId="9e45786f9f78a435" providerId="LiveId" clId="{21DC30A4-1308-4A6B-BC63-FE86C82B742F}" dt="2026-03-31T05:39:09.137" v="287" actId="47"/>
        <pc:sldMkLst>
          <pc:docMk/>
          <pc:sldMk cId="2281704474" sldId="257"/>
        </pc:sldMkLst>
        <pc:spChg chg="mod">
          <ac:chgData name="Smruti sidharthak Behera" userId="9e45786f9f78a435" providerId="LiveId" clId="{21DC30A4-1308-4A6B-BC63-FE86C82B742F}" dt="2026-03-31T05:06:45.424" v="123" actId="27636"/>
          <ac:spMkLst>
            <pc:docMk/>
            <pc:sldMk cId="2281704474" sldId="257"/>
            <ac:spMk id="2" creationId="{59590A5A-CBDC-1805-F833-A92CB85E2C59}"/>
          </ac:spMkLst>
        </pc:spChg>
        <pc:spChg chg="del">
          <ac:chgData name="Smruti sidharthak Behera" userId="9e45786f9f78a435" providerId="LiveId" clId="{21DC30A4-1308-4A6B-BC63-FE86C82B742F}" dt="2026-03-31T05:01:35.171" v="76"/>
          <ac:spMkLst>
            <pc:docMk/>
            <pc:sldMk cId="2281704474" sldId="257"/>
            <ac:spMk id="3" creationId="{E7BD5F42-AF45-C209-6F3C-B31BA1799F6F}"/>
          </ac:spMkLst>
        </pc:spChg>
        <pc:spChg chg="add mod">
          <ac:chgData name="Smruti sidharthak Behera" userId="9e45786f9f78a435" providerId="LiveId" clId="{21DC30A4-1308-4A6B-BC63-FE86C82B742F}" dt="2026-03-31T05:06:38.358" v="121" actId="2711"/>
          <ac:spMkLst>
            <pc:docMk/>
            <pc:sldMk cId="2281704474" sldId="257"/>
            <ac:spMk id="4" creationId="{4DB3CF67-0BD8-4B3E-BD4B-F56B9EDE56D8}"/>
          </ac:spMkLst>
        </pc:spChg>
      </pc:sldChg>
      <pc:sldChg chg="addSp delSp modSp new del mod">
        <pc:chgData name="Smruti sidharthak Behera" userId="9e45786f9f78a435" providerId="LiveId" clId="{21DC30A4-1308-4A6B-BC63-FE86C82B742F}" dt="2026-03-31T05:39:10.075" v="288" actId="47"/>
        <pc:sldMkLst>
          <pc:docMk/>
          <pc:sldMk cId="231563908" sldId="258"/>
        </pc:sldMkLst>
        <pc:spChg chg="mod">
          <ac:chgData name="Smruti sidharthak Behera" userId="9e45786f9f78a435" providerId="LiveId" clId="{21DC30A4-1308-4A6B-BC63-FE86C82B742F}" dt="2026-03-31T05:06:21.616" v="118" actId="1076"/>
          <ac:spMkLst>
            <pc:docMk/>
            <pc:sldMk cId="231563908" sldId="258"/>
            <ac:spMk id="2" creationId="{B2B153A8-8A69-EB4D-E2B6-7FE9D6950E54}"/>
          </ac:spMkLst>
        </pc:spChg>
        <pc:spChg chg="del">
          <ac:chgData name="Smruti sidharthak Behera" userId="9e45786f9f78a435" providerId="LiveId" clId="{21DC30A4-1308-4A6B-BC63-FE86C82B742F}" dt="2026-03-31T05:03:37.406" v="102"/>
          <ac:spMkLst>
            <pc:docMk/>
            <pc:sldMk cId="231563908" sldId="258"/>
            <ac:spMk id="3" creationId="{4893BF2E-3BD9-C7CF-5346-F62184EE90AE}"/>
          </ac:spMkLst>
        </pc:spChg>
        <pc:spChg chg="add mod">
          <ac:chgData name="Smruti sidharthak Behera" userId="9e45786f9f78a435" providerId="LiveId" clId="{21DC30A4-1308-4A6B-BC63-FE86C82B742F}" dt="2026-03-31T05:06:23.611" v="119" actId="1076"/>
          <ac:spMkLst>
            <pc:docMk/>
            <pc:sldMk cId="231563908" sldId="258"/>
            <ac:spMk id="4" creationId="{98977382-D912-1EDE-04D5-F6AC847D7174}"/>
          </ac:spMkLst>
        </pc:spChg>
      </pc:sldChg>
      <pc:sldChg chg="addSp delSp modSp new mod ord">
        <pc:chgData name="Smruti sidharthak Behera" userId="9e45786f9f78a435" providerId="LiveId" clId="{21DC30A4-1308-4A6B-BC63-FE86C82B742F}" dt="2026-03-31T05:32:25.664" v="228" actId="2711"/>
        <pc:sldMkLst>
          <pc:docMk/>
          <pc:sldMk cId="2665021597" sldId="259"/>
        </pc:sldMkLst>
        <pc:spChg chg="mod">
          <ac:chgData name="Smruti sidharthak Behera" userId="9e45786f9f78a435" providerId="LiveId" clId="{21DC30A4-1308-4A6B-BC63-FE86C82B742F}" dt="2026-03-31T05:32:25.664" v="228" actId="2711"/>
          <ac:spMkLst>
            <pc:docMk/>
            <pc:sldMk cId="2665021597" sldId="259"/>
            <ac:spMk id="2" creationId="{1821BF32-0A0D-B8FE-DEBE-07DED2F03559}"/>
          </ac:spMkLst>
        </pc:spChg>
        <pc:spChg chg="del">
          <ac:chgData name="Smruti sidharthak Behera" userId="9e45786f9f78a435" providerId="LiveId" clId="{21DC30A4-1308-4A6B-BC63-FE86C82B742F}" dt="2026-03-31T05:22:18.826" v="163"/>
          <ac:spMkLst>
            <pc:docMk/>
            <pc:sldMk cId="2665021597" sldId="259"/>
            <ac:spMk id="3" creationId="{F0698A12-F8EE-9B20-39B9-87731418D32D}"/>
          </ac:spMkLst>
        </pc:spChg>
        <pc:spChg chg="mod">
          <ac:chgData name="Smruti sidharthak Behera" userId="9e45786f9f78a435" providerId="LiveId" clId="{21DC30A4-1308-4A6B-BC63-FE86C82B742F}" dt="2026-03-31T05:32:19.280" v="227" actId="2711"/>
          <ac:spMkLst>
            <pc:docMk/>
            <pc:sldMk cId="2665021597" sldId="259"/>
            <ac:spMk id="4" creationId="{E8060568-ECF9-0D11-768C-32A35D35136A}"/>
          </ac:spMkLst>
        </pc:spChg>
        <pc:spChg chg="add del mod">
          <ac:chgData name="Smruti sidharthak Behera" userId="9e45786f9f78a435" providerId="LiveId" clId="{21DC30A4-1308-4A6B-BC63-FE86C82B742F}" dt="2026-03-31T05:22:58.762" v="164" actId="931"/>
          <ac:spMkLst>
            <pc:docMk/>
            <pc:sldMk cId="2665021597" sldId="259"/>
            <ac:spMk id="5" creationId="{665ACF78-94A9-5667-6247-967063139362}"/>
          </ac:spMkLst>
        </pc:spChg>
        <pc:picChg chg="add mod">
          <ac:chgData name="Smruti sidharthak Behera" userId="9e45786f9f78a435" providerId="LiveId" clId="{21DC30A4-1308-4A6B-BC63-FE86C82B742F}" dt="2026-03-31T05:24:50.992" v="176" actId="14100"/>
          <ac:picMkLst>
            <pc:docMk/>
            <pc:sldMk cId="2665021597" sldId="259"/>
            <ac:picMk id="7" creationId="{95050625-45BF-CACE-8ABA-57459A2CA118}"/>
          </ac:picMkLst>
        </pc:picChg>
      </pc:sldChg>
      <pc:sldChg chg="new del ord">
        <pc:chgData name="Smruti sidharthak Behera" userId="9e45786f9f78a435" providerId="LiveId" clId="{21DC30A4-1308-4A6B-BC63-FE86C82B742F}" dt="2026-03-31T05:09:44.160" v="134" actId="47"/>
        <pc:sldMkLst>
          <pc:docMk/>
          <pc:sldMk cId="4247583439" sldId="259"/>
        </pc:sldMkLst>
      </pc:sldChg>
      <pc:sldChg chg="modSp add mod ord">
        <pc:chgData name="Smruti sidharthak Behera" userId="9e45786f9f78a435" providerId="LiveId" clId="{21DC30A4-1308-4A6B-BC63-FE86C82B742F}" dt="2026-03-31T05:26:41.144" v="189" actId="403"/>
        <pc:sldMkLst>
          <pc:docMk/>
          <pc:sldMk cId="0" sldId="260"/>
        </pc:sldMkLst>
        <pc:spChg chg="mod">
          <ac:chgData name="Smruti sidharthak Behera" userId="9e45786f9f78a435" providerId="LiveId" clId="{21DC30A4-1308-4A6B-BC63-FE86C82B742F}" dt="2026-03-31T05:26:30.501" v="186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26:41.144" v="189" actId="403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27:52.138" v="198" actId="2711"/>
        <pc:sldMkLst>
          <pc:docMk/>
          <pc:sldMk cId="0" sldId="261"/>
        </pc:sldMkLst>
        <pc:spChg chg="mod">
          <ac:chgData name="Smruti sidharthak Behera" userId="9e45786f9f78a435" providerId="LiveId" clId="{21DC30A4-1308-4A6B-BC63-FE86C82B742F}" dt="2026-03-31T05:27:52.138" v="198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27:41.417" v="197" actId="403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29:01.394" v="207" actId="403"/>
        <pc:sldMkLst>
          <pc:docMk/>
          <pc:sldMk cId="0" sldId="262"/>
        </pc:sldMkLst>
        <pc:spChg chg="mod">
          <ac:chgData name="Smruti sidharthak Behera" userId="9e45786f9f78a435" providerId="LiveId" clId="{21DC30A4-1308-4A6B-BC63-FE86C82B742F}" dt="2026-03-31T05:28:22.330" v="200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29:01.394" v="207" actId="403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30:18.348" v="217" actId="2711"/>
        <pc:sldMkLst>
          <pc:docMk/>
          <pc:sldMk cId="0" sldId="263"/>
        </pc:sldMkLst>
        <pc:spChg chg="mod">
          <ac:chgData name="Smruti sidharthak Behera" userId="9e45786f9f78a435" providerId="LiveId" clId="{21DC30A4-1308-4A6B-BC63-FE86C82B742F}" dt="2026-03-31T05:30:18.348" v="217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0:10.816" v="216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31:35.754" v="226" actId="2711"/>
        <pc:sldMkLst>
          <pc:docMk/>
          <pc:sldMk cId="0" sldId="264"/>
        </pc:sldMkLst>
        <pc:spChg chg="mod">
          <ac:chgData name="Smruti sidharthak Behera" userId="9e45786f9f78a435" providerId="LiveId" clId="{21DC30A4-1308-4A6B-BC63-FE86C82B742F}" dt="2026-03-31T05:31:35.754" v="226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1:29.311" v="225" actId="2711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34:06.726" v="243" actId="2711"/>
        <pc:sldMkLst>
          <pc:docMk/>
          <pc:sldMk cId="0" sldId="265"/>
        </pc:sldMkLst>
        <pc:spChg chg="mod">
          <ac:chgData name="Smruti sidharthak Behera" userId="9e45786f9f78a435" providerId="LiveId" clId="{21DC30A4-1308-4A6B-BC63-FE86C82B742F}" dt="2026-03-31T05:34:06.726" v="243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3:59.912" v="242" actId="2711"/>
          <ac:spMkLst>
            <pc:docMk/>
            <pc:sldMk cId="0" sldId="265"/>
            <ac:spMk id="3" creationId="{00000000-0000-0000-0000-000000000000}"/>
          </ac:spMkLst>
        </pc:spChg>
      </pc:sldChg>
      <pc:sldChg chg="addSp modSp add mod">
        <pc:chgData name="Smruti sidharthak Behera" userId="9e45786f9f78a435" providerId="LiveId" clId="{21DC30A4-1308-4A6B-BC63-FE86C82B742F}" dt="2026-03-31T05:36:26.214" v="256" actId="962"/>
        <pc:sldMkLst>
          <pc:docMk/>
          <pc:sldMk cId="0" sldId="266"/>
        </pc:sldMkLst>
        <pc:spChg chg="mod">
          <ac:chgData name="Smruti sidharthak Behera" userId="9e45786f9f78a435" providerId="LiveId" clId="{21DC30A4-1308-4A6B-BC63-FE86C82B742F}" dt="2026-03-31T05:35:14.755" v="250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4:57.614" v="249" actId="255"/>
          <ac:spMkLst>
            <pc:docMk/>
            <pc:sldMk cId="0" sldId="266"/>
            <ac:spMk id="3" creationId="{00000000-0000-0000-0000-000000000000}"/>
          </ac:spMkLst>
        </pc:spChg>
        <pc:picChg chg="add mod">
          <ac:chgData name="Smruti sidharthak Behera" userId="9e45786f9f78a435" providerId="LiveId" clId="{21DC30A4-1308-4A6B-BC63-FE86C82B742F}" dt="2026-03-31T05:36:26.214" v="256" actId="962"/>
          <ac:picMkLst>
            <pc:docMk/>
            <pc:sldMk cId="0" sldId="266"/>
            <ac:picMk id="4" creationId="{EAAEA4FD-2320-D0EF-47B2-C7324D751DE4}"/>
          </ac:picMkLst>
        </pc:picChg>
      </pc:sldChg>
      <pc:sldChg chg="modSp add mod">
        <pc:chgData name="Smruti sidharthak Behera" userId="9e45786f9f78a435" providerId="LiveId" clId="{21DC30A4-1308-4A6B-BC63-FE86C82B742F}" dt="2026-03-31T05:37:55.880" v="277" actId="14100"/>
        <pc:sldMkLst>
          <pc:docMk/>
          <pc:sldMk cId="0" sldId="267"/>
        </pc:sldMkLst>
        <pc:spChg chg="mod">
          <ac:chgData name="Smruti sidharthak Behera" userId="9e45786f9f78a435" providerId="LiveId" clId="{21DC30A4-1308-4A6B-BC63-FE86C82B742F}" dt="2026-03-31T05:37:43.350" v="275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7:34.511" v="274" actId="2711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mruti sidharthak Behera" userId="9e45786f9f78a435" providerId="LiveId" clId="{21DC30A4-1308-4A6B-BC63-FE86C82B742F}" dt="2026-03-31T05:37:55.880" v="277" actId="14100"/>
          <ac:picMkLst>
            <pc:docMk/>
            <pc:sldMk cId="0" sldId="267"/>
            <ac:picMk id="4" creationId="{00000000-0000-0000-0000-000000000000}"/>
          </ac:picMkLst>
        </pc:picChg>
      </pc:sldChg>
      <pc:sldChg chg="modSp add mod">
        <pc:chgData name="Smruti sidharthak Behera" userId="9e45786f9f78a435" providerId="LiveId" clId="{21DC30A4-1308-4A6B-BC63-FE86C82B742F}" dt="2026-03-31T05:39:01.581" v="285" actId="2711"/>
        <pc:sldMkLst>
          <pc:docMk/>
          <pc:sldMk cId="0" sldId="268"/>
        </pc:sldMkLst>
        <pc:spChg chg="mod">
          <ac:chgData name="Smruti sidharthak Behera" userId="9e45786f9f78a435" providerId="LiveId" clId="{21DC30A4-1308-4A6B-BC63-FE86C82B742F}" dt="2026-03-31T05:39:01.581" v="285" actId="2711"/>
          <ac:spMkLst>
            <pc:docMk/>
            <pc:sldMk cId="0" sldId="268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8:55.025" v="284" actId="2711"/>
          <ac:spMkLst>
            <pc:docMk/>
            <pc:sldMk cId="0" sldId="268"/>
            <ac:spMk id="3" creationId="{00000000-0000-0000-0000-000000000000}"/>
          </ac:spMkLst>
        </pc:spChg>
      </pc:sldChg>
      <pc:sldChg chg="modSp add mod">
        <pc:chgData name="Smruti sidharthak Behera" userId="9e45786f9f78a435" providerId="LiveId" clId="{21DC30A4-1308-4A6B-BC63-FE86C82B742F}" dt="2026-03-31T05:39:57.749" v="297" actId="2711"/>
        <pc:sldMkLst>
          <pc:docMk/>
          <pc:sldMk cId="0" sldId="269"/>
        </pc:sldMkLst>
        <pc:spChg chg="mod">
          <ac:chgData name="Smruti sidharthak Behera" userId="9e45786f9f78a435" providerId="LiveId" clId="{21DC30A4-1308-4A6B-BC63-FE86C82B742F}" dt="2026-03-31T05:39:43.438" v="290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Smruti sidharthak Behera" userId="9e45786f9f78a435" providerId="LiveId" clId="{21DC30A4-1308-4A6B-BC63-FE86C82B742F}" dt="2026-03-31T05:39:57.749" v="297" actId="2711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91AE-A331-7948-0BCA-09BF47BA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7DBCF-8906-0E82-6B45-CC312E377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4A9CC-CBE1-520D-16FB-7CB7A7BA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C40EC-F9D0-AAC6-B1DD-AC78DB83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42C90-710E-71BB-A5EC-9A526667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43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A3A4-E5B3-C418-43D5-DD894B77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202F-7164-5AEB-00BD-04D061021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E12E9-4A73-EE10-B31A-09C7A845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822F-BF56-F4C4-94F4-21F34B5B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FA2-910F-DEA8-8E6B-CDC13B7B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91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C6DE-157D-8936-ED1D-08B2E9A7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ECC35-53D9-C9C4-BB84-84DE09976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1635-1261-BC2D-C6A0-2732325A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1B14D-F630-5830-6552-84104AF6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6DC92-ED56-D82D-B410-55D01112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35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7EDA-EFCD-5DB1-3C17-DB9C2FE4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3053-E884-48E1-0E24-196CBD5C3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692E4-8879-193F-7B44-E4183AEE5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0354A-023F-A646-9719-A922451F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A0B4C-780A-66C1-4DD0-13E197CA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DF903-AD84-BF63-1E60-9FC8A1E7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9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4F38-DEEC-1BC4-6159-EEF85490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645E-1047-5CCA-5320-D36F652BC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33F59-ECB3-FD83-3417-414D5B724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966C3-67C5-22D3-93BC-C0F1FC482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BA8E8-28F3-85B0-2FDD-A958D8DB2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7A117-3528-539D-1296-1F9681B9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DAEE8-01A1-E36D-90AD-DCE364EC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8A050-1557-0094-F42B-7D29BF9D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43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891D-ECB1-55BB-7D62-E7FE5B3A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10DEC-AC53-6088-A88F-BFDE1F15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5E5DD-52A8-C071-C2D1-B1384922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EF7AD-584F-5A8D-4928-AA5745D3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63A1-D4D8-1907-244D-6BE9C547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0193E-2B34-2C2B-99FF-D11B0726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20103-44E7-300F-C19C-CBC78230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5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0C34-6C49-C9AB-692A-729E314A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0CE4-A11C-EE74-C4FA-89BFE4057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D0036-B7DB-0E75-6565-FFC0953A2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1599-EA2D-F103-C39A-468BDCDE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84B0B-B82F-22BE-4A39-F7995FB3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41B8C-6264-22F8-9377-B4A83258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9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067B-C439-1F42-3873-69B698DC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59A31-D660-6FF3-CE9C-4618A6FBD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7E06-6EC5-0796-3F79-74E233FB0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D798A-7B4A-2C05-C7A4-DA0010F6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3C163-0904-B439-647D-ACE5C406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CEC15-4603-94C8-E001-54CEEB8B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02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AC35-95EB-CA44-1F3B-B8D0D8DD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9F69-AC19-F495-95AA-CA91A05F8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DA547-AC71-81F9-7789-80563688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738FA-2FA5-7EA6-AADD-B46F008A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2FC3-1661-B4EF-67B0-7760AB1C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15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C4D1-AFB1-B143-8F95-5942C1BB4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98EBD-986B-18BB-66AA-95320543B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A1D79-D35E-4D40-A33F-7958137A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57527-E60A-7600-8910-54D97194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274DE-6212-CD54-DBDB-EC769D0D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9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1D91A-5BA6-EA6A-26BA-B2A937DC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1B1AF-C584-6653-7712-D34249DCD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ABA3D-EA28-D28D-77F1-0E8C29988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66778-E4EF-4802-B347-E54D553D0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E3144-53F1-A1BB-7DA5-C0F340B07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96EC-BDFF-3A20-4C2B-8361E5FD2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56091-D3D8-464B-B2E7-216611E9F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92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Pricing Optimization &amp; Profit Simulation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Garamond" panose="02020404030301010803" pitchFamily="18" charset="0"/>
              </a:rPr>
              <a:t>Business Analytics Project</a:t>
            </a:r>
          </a:p>
          <a:p>
            <a:r>
              <a:rPr sz="3200" dirty="0">
                <a:latin typeface="Garamond" panose="02020404030301010803" pitchFamily="18" charset="0"/>
              </a:rPr>
              <a:t>Comprehensive Strategy &amp; Risk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Business Problem: Pricing vs Profit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sz="2400" dirty="0">
                <a:latin typeface="Garamond" panose="02020404030301010803" pitchFamily="18" charset="0"/>
              </a:rPr>
              <a:t>Pricing is a critical lever for profitability.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Lower Price: Increases Demand/Volume but narrows Profit Margin per unit.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Higher Price: Increases Margin but risks significant loss in Volume.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Problem: Identifying the exact point where volume and margin intersect for maximum total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Objective of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sz="2400" dirty="0">
                <a:latin typeface="Garamond" panose="02020404030301010803" pitchFamily="18" charset="0"/>
              </a:rPr>
              <a:t>Determine the Optimal Price point using quantitative analysis.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Quantify the impact of price changes on demand and total revenue.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Assess financial risk through Monte Carlo simulations.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Provide data-driven recommendations for pricing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Model Framework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Demand Model: Linear/Elasticity-based decay.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Base Price: $100.0 | Base Demand: 1000.0 units.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Price Elasticity: -1.5.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Variable Cost: $40.0 per unit.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Fixed Operating Costs: $20000.0.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Methodology: Excel, Sensitivity &amp; 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Model Building: Created a dynamic financial model in Excel.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Sensitivity Analysis: Generated tables to observe profit trends across price ranges.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Solver Optimization: Used Excel Solver (GRG Nonlinear) to find the absolute profit peak.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Simulation: Ran 500 iterations to account for market volatility.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BF32-0A0D-B8FE-DEBE-07DED2F0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1555"/>
            <a:ext cx="10512424" cy="1068388"/>
          </a:xfrm>
        </p:spPr>
        <p:txBody>
          <a:bodyPr>
            <a:normAutofit/>
          </a:bodyPr>
          <a:lstStyle/>
          <a:p>
            <a:pPr algn="just"/>
            <a:r>
              <a:rPr lang="en-US" sz="4400" dirty="0">
                <a:latin typeface="Garamond" panose="02020404030301010803" pitchFamily="18" charset="0"/>
              </a:rPr>
              <a:t>Sensitivity Analysis: Price vs Profit</a:t>
            </a:r>
            <a:endParaRPr lang="en-IN" sz="4400" dirty="0">
              <a:latin typeface="Garamond" panose="02020404030301010803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60568-ECF9-0D11-768C-32A35D351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057400"/>
            <a:ext cx="3935413" cy="381158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Garamond" panose="02020404030301010803" pitchFamily="18" charset="0"/>
              </a:rPr>
              <a:t>Profit peaks around ₹140, indicating an optimal pricing zone which illustrates the parabolic nature of profit relative to price. </a:t>
            </a:r>
            <a:endParaRPr lang="en-IN" sz="2400" dirty="0">
              <a:latin typeface="Garamond" panose="02020404030301010803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5050625-45BF-CACE-8ABA-57459A2CA11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7" r="12007"/>
          <a:stretch>
            <a:fillRect/>
          </a:stretch>
        </p:blipFill>
        <p:spPr bwMode="auto">
          <a:xfrm>
            <a:off x="5183188" y="1719943"/>
            <a:ext cx="6172200" cy="448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02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Optimization Results (Solver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The Solver identified the following optimal configuration: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Optimal Price: $141.43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Projected Demand: 710 units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Total Revenue: $100414.29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Maximized Profit: $52014.29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Key Insight: Margin vs Demand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sz="2400" dirty="0">
                <a:latin typeface="Garamond" panose="02020404030301010803" pitchFamily="18" charset="0"/>
              </a:rPr>
              <a:t>Critical Finding: The peak profit occurs significantly above the base price.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Margin Gains: At $141, the margin per unit is much higher than at $100.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Volume Threshold: Demand remains high enough at the $141 price point to sustain overhead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Impact of Demand Sensitivity on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69429" cy="4351338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Elasticity is set at -1.5, indicating moderate price sensitivity.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Low Price: Demand is saturated</a:t>
            </a:r>
            <a:r>
              <a:rPr lang="en-US" sz="2400" dirty="0">
                <a:latin typeface="Garamond" panose="02020404030301010803" pitchFamily="18" charset="0"/>
              </a:rPr>
              <a:t>,</a:t>
            </a:r>
            <a:r>
              <a:rPr sz="2400" dirty="0">
                <a:latin typeface="Garamond" panose="02020404030301010803" pitchFamily="18" charset="0"/>
              </a:rPr>
              <a:t> but margins are too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sz="2400" dirty="0">
                <a:latin typeface="Garamond" panose="02020404030301010803" pitchFamily="18" charset="0"/>
              </a:rPr>
              <a:t>thin to cover fixed costs.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High Price: Demand falls off sharply, leading to underutilization of resources.</a:t>
            </a:r>
          </a:p>
        </p:txBody>
      </p:sp>
      <p:pic>
        <p:nvPicPr>
          <p:cNvPr id="4" name="Picture 3" descr="revenu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629" y="1825626"/>
            <a:ext cx="487680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1. Implement Price Increase: Move from $100 toward the $141 target.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2. Monitor Competitors: Elasticity can change if competitors lower prices.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3. Cost Control: Reducing variable costs by 10% would shift the optimal price lower and increase volume.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4. Risk Mitigation: Maintain reserves for low-demand simulation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aramond" panose="02020404030301010803" pitchFamily="18" charset="0"/>
              </a:rP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Data-driven pricing eliminates guesswork in revenue management.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The model successfully located a profit peak at $141.43.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Simulation shows high confidence in profitability under current assumptions.</a:t>
            </a:r>
          </a:p>
          <a:p>
            <a:pPr marL="0" indent="0">
              <a:buNone/>
              <a:defRPr sz="1800"/>
            </a:pPr>
            <a:r>
              <a:rPr sz="2400" dirty="0">
                <a:latin typeface="Garamond" panose="02020404030301010803" pitchFamily="18" charset="0"/>
              </a:rPr>
              <a:t>• The trade-off between volume and margin is the most vital metric for this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526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Garamond</vt:lpstr>
      <vt:lpstr>Office Theme</vt:lpstr>
      <vt:lpstr>Pricing Optimization &amp; Profit Simulation Model</vt:lpstr>
      <vt:lpstr>Business Problem: Pricing vs Profit Trade-off</vt:lpstr>
      <vt:lpstr>Objective of the Model</vt:lpstr>
      <vt:lpstr>Model Framework &amp; Assumptions</vt:lpstr>
      <vt:lpstr>Methodology: Excel, Sensitivity &amp; Solver</vt:lpstr>
      <vt:lpstr>Sensitivity Analysis: Price vs Profit</vt:lpstr>
      <vt:lpstr>Optimization Results (Solver Output)</vt:lpstr>
      <vt:lpstr>Key Insight: Margin vs Demand Trade-off</vt:lpstr>
      <vt:lpstr>Impact of Demand Sensitivity on Pricing</vt:lpstr>
      <vt:lpstr>Business Recommendations</vt:lpstr>
      <vt:lpstr>Conclusion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Smruti sidharthak Behera</dc:creator>
  <cp:lastModifiedBy>Smruti sidharthak Behera</cp:lastModifiedBy>
  <cp:revision>1</cp:revision>
  <dcterms:created xsi:type="dcterms:W3CDTF">2026-03-31T04:51:16Z</dcterms:created>
  <dcterms:modified xsi:type="dcterms:W3CDTF">2026-03-31T05:40:02Z</dcterms:modified>
</cp:coreProperties>
</file>